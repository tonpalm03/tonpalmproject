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f5ffe7084a465a" /><Relationship Type="http://schemas.openxmlformats.org/officeDocument/2006/relationships/extended-properties" Target="/docProps/app.xml" Id="Rf5feac2262b84f43" /><Relationship Type="http://schemas.openxmlformats.org/officeDocument/2006/relationships/officeDocument" Target="/ppt/presentation.xml" Id="R485df496091d4d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f514cd2b364cb2"/>
  </p:sldMasterIdLst>
  <p:notesMasterIdLst>
    <p:notesMasterId xmlns:r="http://schemas.openxmlformats.org/officeDocument/2006/relationships" r:id="R2a36908567ba4fb0"/>
  </p:notesMasterIdLst>
  <p:sldIdLst>
    <p:sldId xmlns:r="http://schemas.openxmlformats.org/officeDocument/2006/relationships" id="256" r:id="R13821d05eb4f41bf"/>
    <p:sldId xmlns:r="http://schemas.openxmlformats.org/officeDocument/2006/relationships" id="257" r:id="Rf9d95341998f4988"/>
    <p:sldId xmlns:r="http://schemas.openxmlformats.org/officeDocument/2006/relationships" id="258" r:id="Rfeb092c428b74f34"/>
    <p:sldId xmlns:r="http://schemas.openxmlformats.org/officeDocument/2006/relationships" id="259" r:id="Rfd131b6f7b994ffd"/>
    <p:sldId xmlns:r="http://schemas.openxmlformats.org/officeDocument/2006/relationships" id="260" r:id="Rf5197e320f264be9"/>
    <p:sldId xmlns:r="http://schemas.openxmlformats.org/officeDocument/2006/relationships" id="261" r:id="R9b99be518b8745b6"/>
    <p:sldId xmlns:r="http://schemas.openxmlformats.org/officeDocument/2006/relationships" id="262" r:id="R3013833df87541de"/>
    <p:sldId xmlns:r="http://schemas.openxmlformats.org/officeDocument/2006/relationships" id="263" r:id="R4651a908dd1047a9"/>
    <p:sldId xmlns:r="http://schemas.openxmlformats.org/officeDocument/2006/relationships" id="264" r:id="R9146db1bff964425"/>
    <p:sldId xmlns:r="http://schemas.openxmlformats.org/officeDocument/2006/relationships" id="265" r:id="R30ea5b08f98f4690"/>
    <p:sldId xmlns:r="http://schemas.openxmlformats.org/officeDocument/2006/relationships" id="266" r:id="R9ff86f36cc754c4c"/>
    <p:sldId xmlns:r="http://schemas.openxmlformats.org/officeDocument/2006/relationships" id="267" r:id="R4a6a642a66384bcc"/>
    <p:sldId xmlns:r="http://schemas.openxmlformats.org/officeDocument/2006/relationships" id="268" r:id="R4e771e2ae99d4924"/>
    <p:sldId xmlns:r="http://schemas.openxmlformats.org/officeDocument/2006/relationships" id="269" r:id="R013c76ca13a845a2"/>
    <p:sldId xmlns:r="http://schemas.openxmlformats.org/officeDocument/2006/relationships" id="270" r:id="Rb098455abd00456f"/>
    <p:sldId xmlns:r="http://schemas.openxmlformats.org/officeDocument/2006/relationships" id="271" r:id="R1914a3f1b2084c6a"/>
    <p:sldId xmlns:r="http://schemas.openxmlformats.org/officeDocument/2006/relationships" id="272" r:id="R4734b2192a57496d"/>
    <p:sldId xmlns:r="http://schemas.openxmlformats.org/officeDocument/2006/relationships" id="273" r:id="R24207f673856419a"/>
    <p:sldId xmlns:r="http://schemas.openxmlformats.org/officeDocument/2006/relationships" id="274" r:id="R9cba07e306814138"/>
    <p:sldId xmlns:r="http://schemas.openxmlformats.org/officeDocument/2006/relationships" id="275" r:id="R009321512ac047e1"/>
    <p:sldId xmlns:r="http://schemas.openxmlformats.org/officeDocument/2006/relationships" id="276" r:id="Reef09db120674839"/>
    <p:sldId xmlns:r="http://schemas.openxmlformats.org/officeDocument/2006/relationships" id="277" r:id="Rf6a64f1cd4f74d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4c183bcce54bee" /><Relationship Type="http://schemas.openxmlformats.org/officeDocument/2006/relationships/slideMaster" Target="/ppt/slideMasters/slideMaster1.xml" Id="Rbef514cd2b364cb2" /><Relationship Type="http://schemas.openxmlformats.org/officeDocument/2006/relationships/notesMaster" Target="/ppt/notesMasters/notesMaster1.xml" Id="R2a36908567ba4fb0" /><Relationship Type="http://schemas.openxmlformats.org/officeDocument/2006/relationships/presProps" Target="/ppt/presProps.xml" Id="R4e9fc50dd04243b6" /><Relationship Type="http://schemas.openxmlformats.org/officeDocument/2006/relationships/tableStyles" Target="/ppt/tableStyles.xml" Id="R16f7dea166ed4ffe" /><Relationship Type="http://schemas.openxmlformats.org/officeDocument/2006/relationships/slide" Target="/ppt/slides/slide1.xml" Id="R13821d05eb4f41bf" /><Relationship Type="http://schemas.openxmlformats.org/officeDocument/2006/relationships/slide" Target="/ppt/slides/slide2.xml" Id="Rf9d95341998f4988" /><Relationship Type="http://schemas.openxmlformats.org/officeDocument/2006/relationships/slide" Target="/ppt/slides/slide3.xml" Id="Rfeb092c428b74f34" /><Relationship Type="http://schemas.openxmlformats.org/officeDocument/2006/relationships/slide" Target="/ppt/slides/slide4.xml" Id="Rfd131b6f7b994ffd" /><Relationship Type="http://schemas.openxmlformats.org/officeDocument/2006/relationships/slide" Target="/ppt/slides/slide5.xml" Id="Rf5197e320f264be9" /><Relationship Type="http://schemas.openxmlformats.org/officeDocument/2006/relationships/slide" Target="/ppt/slides/slide6.xml" Id="R9b99be518b8745b6" /><Relationship Type="http://schemas.openxmlformats.org/officeDocument/2006/relationships/slide" Target="/ppt/slides/slide7.xml" Id="R3013833df87541de" /><Relationship Type="http://schemas.openxmlformats.org/officeDocument/2006/relationships/slide" Target="/ppt/slides/slide8.xml" Id="R4651a908dd1047a9" /><Relationship Type="http://schemas.openxmlformats.org/officeDocument/2006/relationships/slide" Target="/ppt/slides/slide9.xml" Id="R9146db1bff964425" /><Relationship Type="http://schemas.openxmlformats.org/officeDocument/2006/relationships/slide" Target="/ppt/slides/slide10.xml" Id="R30ea5b08f98f4690" /><Relationship Type="http://schemas.openxmlformats.org/officeDocument/2006/relationships/slide" Target="/ppt/slides/slide11.xml" Id="R9ff86f36cc754c4c" /><Relationship Type="http://schemas.openxmlformats.org/officeDocument/2006/relationships/slide" Target="/ppt/slides/slide12.xml" Id="R4a6a642a66384bcc" /><Relationship Type="http://schemas.openxmlformats.org/officeDocument/2006/relationships/slide" Target="/ppt/slides/slide13.xml" Id="R4e771e2ae99d4924" /><Relationship Type="http://schemas.openxmlformats.org/officeDocument/2006/relationships/slide" Target="/ppt/slides/slide14.xml" Id="R013c76ca13a845a2" /><Relationship Type="http://schemas.openxmlformats.org/officeDocument/2006/relationships/slide" Target="/ppt/slides/slide15.xml" Id="Rb098455abd00456f" /><Relationship Type="http://schemas.openxmlformats.org/officeDocument/2006/relationships/slide" Target="/ppt/slides/slide16.xml" Id="R1914a3f1b2084c6a" /><Relationship Type="http://schemas.openxmlformats.org/officeDocument/2006/relationships/slide" Target="/ppt/slides/slide17.xml" Id="R4734b2192a57496d" /><Relationship Type="http://schemas.openxmlformats.org/officeDocument/2006/relationships/slide" Target="/ppt/slides/slide18.xml" Id="R24207f673856419a" /><Relationship Type="http://schemas.openxmlformats.org/officeDocument/2006/relationships/slide" Target="/ppt/slides/slide19.xml" Id="R9cba07e306814138" /><Relationship Type="http://schemas.openxmlformats.org/officeDocument/2006/relationships/slide" Target="/ppt/slides/slide20.xml" Id="R009321512ac047e1" /><Relationship Type="http://schemas.openxmlformats.org/officeDocument/2006/relationships/slide" Target="/ppt/slides/slide21.xml" Id="Reef09db120674839" /><Relationship Type="http://schemas.openxmlformats.org/officeDocument/2006/relationships/slide" Target="/ppt/slides/slide22.xml" Id="Rf6a64f1cd4f74d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bed99866d64e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5ac437def04090" /><Relationship Type="http://schemas.openxmlformats.org/officeDocument/2006/relationships/notesMaster" Target="/ppt/notesMasters/notesMaster1.xml" Id="Re714de4c3a8b4c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461c7cddfe4833" /><Relationship Type="http://schemas.openxmlformats.org/officeDocument/2006/relationships/notesMaster" Target="/ppt/notesMasters/notesMaster1.xml" Id="R0e8142e09d2a45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7902d76d334557" /><Relationship Type="http://schemas.openxmlformats.org/officeDocument/2006/relationships/notesMaster" Target="/ppt/notesMasters/notesMaster1.xml" Id="R0f87e4b6986f4e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ba7dff8c0542d6" /><Relationship Type="http://schemas.openxmlformats.org/officeDocument/2006/relationships/notesMaster" Target="/ppt/notesMasters/notesMaster1.xml" Id="R3b6e2b193ce049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6c18c9e60e44f9" /><Relationship Type="http://schemas.openxmlformats.org/officeDocument/2006/relationships/notesMaster" Target="/ppt/notesMasters/notesMaster1.xml" Id="Rc1bb4a19e7b74b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a5efacd0fc4d75" /><Relationship Type="http://schemas.openxmlformats.org/officeDocument/2006/relationships/notesMaster" Target="/ppt/notesMasters/notesMaster1.xml" Id="R9406de9987b04f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aa7091908c45c8" /><Relationship Type="http://schemas.openxmlformats.org/officeDocument/2006/relationships/notesMaster" Target="/ppt/notesMasters/notesMaster1.xml" Id="R76e9047b133542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347c6c7eaa4bab" /><Relationship Type="http://schemas.openxmlformats.org/officeDocument/2006/relationships/notesMaster" Target="/ppt/notesMasters/notesMaster1.xml" Id="R7bc2a5c185c249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db1f1cf1f8435b" /><Relationship Type="http://schemas.openxmlformats.org/officeDocument/2006/relationships/notesMaster" Target="/ppt/notesMasters/notesMaster1.xml" Id="Rab5a9315bd2f49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e857695af049e4" /><Relationship Type="http://schemas.openxmlformats.org/officeDocument/2006/relationships/notesMaster" Target="/ppt/notesMasters/notesMaster1.xml" Id="R593fcae175a94a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e8df10e0e643dc" /><Relationship Type="http://schemas.openxmlformats.org/officeDocument/2006/relationships/notesMaster" Target="/ppt/notesMasters/notesMaster1.xml" Id="R4cdb987eb4a54c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7c232e72ac49bd" /><Relationship Type="http://schemas.openxmlformats.org/officeDocument/2006/relationships/notesMaster" Target="/ppt/notesMasters/notesMaster1.xml" Id="R6b2f2527d37241f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d3a3b943ce14620" /><Relationship Type="http://schemas.openxmlformats.org/officeDocument/2006/relationships/notesMaster" Target="/ppt/notesMasters/notesMaster1.xml" Id="R84e51f913191482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b11fbcb5c5d40e7" /><Relationship Type="http://schemas.openxmlformats.org/officeDocument/2006/relationships/notesMaster" Target="/ppt/notesMasters/notesMaster1.xml" Id="Rc68dfa35a18b489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005317cb5f49cd" /><Relationship Type="http://schemas.openxmlformats.org/officeDocument/2006/relationships/notesMaster" Target="/ppt/notesMasters/notesMaster1.xml" Id="Rba8336a8c2d74be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7acbd3be6e74574" /><Relationship Type="http://schemas.openxmlformats.org/officeDocument/2006/relationships/notesMaster" Target="/ppt/notesMasters/notesMaster1.xml" Id="Re5f02a63085e4cb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f09d78a319d4e88" /><Relationship Type="http://schemas.openxmlformats.org/officeDocument/2006/relationships/notesMaster" Target="/ppt/notesMasters/notesMaster1.xml" Id="R5c71adfa247348b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01e868c4761476f" /><Relationship Type="http://schemas.openxmlformats.org/officeDocument/2006/relationships/notesMaster" Target="/ppt/notesMasters/notesMaster1.xml" Id="R8a3838a085074c1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37fd345da734469" /><Relationship Type="http://schemas.openxmlformats.org/officeDocument/2006/relationships/notesMaster" Target="/ppt/notesMasters/notesMaster1.xml" Id="R224f7eeb50294c8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6112fd256d74788" /><Relationship Type="http://schemas.openxmlformats.org/officeDocument/2006/relationships/notesMaster" Target="/ppt/notesMasters/notesMaster1.xml" Id="R12961fe5758c46e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403ed1327de4beb" /><Relationship Type="http://schemas.openxmlformats.org/officeDocument/2006/relationships/notesMaster" Target="/ppt/notesMasters/notesMaster1.xml" Id="R6a2cbff064cb49e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1d7f04490c14332" /><Relationship Type="http://schemas.openxmlformats.org/officeDocument/2006/relationships/notesMaster" Target="/ppt/notesMasters/notesMaster1.xml" Id="Rdad7dac3c2584f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สวัสดีครับ ผมรัชชานนท์ ผมไผ วันนี้ขอนำเสนอโครงงาน huaychan ซึ่งเริ่มจากร้านอาหารและเครื่องดื่มใกล้บ้านที่โพสต์ขายบน Facebook ผมอยากช่วยให้คนในชุมชนหาร้านและสั่งซื้อได้สะดวกขึ้น โดยร้านยังขาย รับเงิน และส่งเอง ใช้เวลานำเสนอประมาณ 15–20 นาที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อธิบายที่มาด้วยประสบการณ์ที่ผู้จัดทำให้ไว้ ไม่อ้างว่าได้สำรวจร้านทั้งชุมชนหรือได้รับอนุมัติเปลี่ยนหัวข้อแล้ว จุดเริ่มต้นคือการมองเห็นงานจริงที่อยากช่วยแก้ และนำเสนอขอบเขตให้ตรงกับรายวิชา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ยกตัวอย่างว่าลูกค้าเห็นรูปอาหารแล้วต้องถามราคา แจ้งจำนวน และส่งที่อยู่หลายข้อความ ระบบจึงรวบรวมข้อมูลที่ต้องใช้ไว้ในรายการเดียว นี่เป็นข้อสังเกตตั้งต้น ไม่ใช่ผลการทดลองเปรียบเทียบ Facebook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อธิบายว่าเป้าหมายคือให้ร้านเล็กมีหน้าร้านออนไลน์ และให้คนในพื้นที่อุดหนุนกัน แพลตฟอร์มช่วยจัดข้อมูลและการสื่อสาร ไม่ได้มีทีมปรุงอาหารหรือเครือข่ายคนขับแยกของตนเองตามหลักฐานโครงการ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อย่าอธิบายว่าแพลตฟอร์มไม่ต้องรับผิดชอบอะไรเลย เพราะยังต้องดูแลระบบและข้อมูล ส่วนอาหารและการให้บริการของร้านเป็นบทบาทร้านตามแนวคิดที่กำหนด แยกบทบาทให้ชัดจะช่วยตอบเรื่องขอบเขตโครงงาน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ภาพหน้าสาธารณะบันทึกวันที่ 17 กันยายน 2569 แสดงร้าน หมวดสินค้า การค้นหา เข้าสู่ระบบ และแนวคิดชุมชน ภาพไม่ได้ยืนยันธุรกรรมจริงครบเส้นทาง ไม่ใช้ยอดขายหรือคะแนนที่เห็นเป็นผลประเมินความสำเร็จ แหล่งข้อมูล https://huaychan.web.app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อธิบายว่าขอบเขตพื้นที่คือห้วยชัน นาฝาย และรอบมหาวิทยาลัยราชภัฏชัยภูมิตามหน้าเว็บ การบอกพื้นที่บริการบนหน้าเว็บยังไม่เท่ากับมี geofence ตรวจอัตโนมัติทุกคำสั่งซื้อ เกณฑ์ตรวจรับละเอียดอยู่ในรายงาน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อ้าง package.json และ capacitor.config.ts เวอร์ชันที่มีเครื่องหมาย ^ ในรายงานคือช่วงที่ manifest ยอมรับ ต้องใช้ lockfile เมื่อติดตั้งซ้ำ โครงการตั้ง Next.js เป็น static export และใช้บริการ Firebase แยกสำหรับข้อมูลและตรรกะ backend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ไล่เส้นทางจากผู้ใช้ไปหน้าจอ แล้วแยกบัญชี ฐานข้อมูล และ Functions หน้าจออยู่บน Firebase Hosting โดย build ลง out งานที่ต้องตรวจความถูกต้องไม่ควรเชื่อเพียงค่าจากเครื่องลูกค้า ที่มา next.config.ts, firebase.json, src/lib/firebase.ts และ functions/index.js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ตะกร้าอาจมีหลายร้าน แต่ checkout แยกออเดอร์ให้แต่ละร้าน ความสัมพันธ์ใช้ shop_id และ customer_uid ใน Firestore จึงต้องตรวจความสอดคล้องของรหัสด้วยโปรแกรมและ Rules ที่มา src/types/index.ts และ CartCheckoutModal.tsx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สาธิตขั้นตอนโดยอธิบายสถานะ pending, cooking, delivering, completed และ cancelled การสาธิตที่มีการเขียนข้อมูลควรใช้สภาพแวดล้อมทดสอบ เน้นว่าเมื่อหลายร้านสำเร็จไม่พร้อมกันต้องรู้ว่ารายการใดเกิดขึ้นแล้ว ก่อนลองใหม่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ตัวเลขทั้งหมดเป็นตัวอย่างสมมติ โค้ด CartContext กำหนดค่าส่ง 10 บาทต่อร้าน ดังนั้นตะกร้าสองร้านเป็น 20 บาท ร้านแต่ละแห่งรับเงินส่วนของตน ไม่ควรอธิบายว่าเหมาทุกตะกร้าเพียง 10 บาท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ตัวอย่างย่อจาก src/context/CartContext.tsx เปลี่ยนชื่อตัวแปร itemUnitPrice เป็น unit เพื่ออ่านบนสไลด์ unit_price คือราคาเมนูรวมตัวเลือก คูณจำนวนเป็นยอดรายการ แล้วรวมค่าส่ง นี่เป็นการคำนวณหน้าจอ ยังต้องยืนยันราคาที่ backend ก่อนเชื่อถือเพื่อสร้างออเดอร์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อ้าง firestore.rules และ AuthContext.tsx การรับข้อมูลชื่อบทบาทจากหน้าจอไม่เพียงพอ ต้องตรวจตัวตนจริงกับสิทธิ์ที่เชื่อถือได้ บันทึก readiness ระบุว่า backend บางส่วนยังมี fallback สิทธิ์เก่า ต้องทำให้สอดคล้องกัน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อ้าง ChatModal.tsx, pushNotifications.ts และ functions/index.js แชทอยู่ในขอบเขตผู้เกี่ยวข้องกับออเดอร์ การแจ้งเตือนไม่ถึงไม่ได้แปลว่าออเดอร์ไม่ถูกบันทึก และบันทึก readiness ยังมีปัญหา endpoint 403 ที่ต้องแก้ก่อนยืนยันการใช้งานจริง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อ้าง functions/index.js และ src/lib/salesSummary.ts แยกยอดรับลูกค้ากับรายได้ค่าบริการ ตัวอย่าง GP 5% ไม่ใช่หลักฐานว่าเปิดใช้เสมอ ค่า net ยังไม่หักวัตถุดิบ ค่าแรง หรือค่าเดินทาง จึงไม่ควรเรียกกำไรสุทธิ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ลำดับนี้เรียบเรียงจากส่วนประกอบของโครงการเพื่ออธิบายวิธีทำ ไม่ใช่วันเวลาพัฒนาที่มีบันทึกครบ อ่านคู่มือ Next.js รุ่นติดตั้งก่อนแก้โค้ด และใช้ emulator ทดสอบคำขอผิดพลาดก่อน deploy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รันด้วย node --test ตามรายชื่อไฟล์ที่ระบุในรายงาน ผ่านทั้งหมด แต่เป็นการทดสอบตรรกะจำลอง ไม่ได้ทดสอบลูกค้าสั่งจริงแล้วร้านส่งจริง ไม่ได้รัน emulator suite ทั้งหมดใหม่ในงานเอกสารนี้ ไม่ใช้ผล 20/20 แทนคำว่าปลอดภัยหรือพร้อมเปิดใช้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ที่มา LAUNCH_READINESS_REVIEW.md วันที่ 17 กันยายน 2026 บันทึกเดิมระบุ security tests ผ่าน 15/16 และ readiness gates ไม่ผ่าน 3/3 ข้อค้นพบต่างระดับกับ unit tests จึงไม่ขัดแย้งกัน ต้องเก็บผลทดสอบใหม่หลังแก้ก่อนเปลี่ยนข้อสรุป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 idempotency ด้วยตัวอย่าง กดคำขอเดิมสองครั้งควรได้ออเดอร์เดิม การทดลองชุมชนควรเก็บงานสำเร็จ ระยะเวลา และจุดสับสนตามวิธีที่กำหนด ยังไม่มีคะแนนความพึงพอใจหรือข้อมูลว่ายอดขายเพิ่มขึ้น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สรุปว่าโครงการตอบโจทย์พื้นที่กลางสำหรับค้นหาร้าน สั่ง และคุยโดยตรง แต่ความพร้อมเชิงธุรกรรมยังต้องแก้และทดสอบ ขอบเขตร้านส่งเองช่วยให้โครงการสอดคล้องกับบริบทชุมชน ปิดด้วยแนวคิดร้านเล็กก็มีหน้าร้านออนไลน์ได้โดยไม่อ้างผลสำเร็จที่ยังไม่ได้วัด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แหล่งอ้างอิง: https://firebase.google.com/docs/firestore/query-data/listen ; https://firebase.google.com/docs/firestore/manage-data/transactions ; https://developers.line.biz/en/docs/liff/using-user-profile/ ; https://capacitorjs.com/docs ; คู่มือ local node_modules/next/dist/docs/01-app/02-guides/static-exports.md ตรวจ 17 กันยายน 2569 รายละเอียดบรรณานุกรมและโค้ดเต็มตามช่วงที่คัดอยู่ในรายงาน Word เตรียมตอบคำถามเรื่องเหตุผลหัวข้อ ผู้จัดส่ง ความถูกต้องของราคา และเกณฑ์ตรวจรับ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f1af15814d40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e760dc4cfa4602" /><Relationship Type="http://schemas.openxmlformats.org/officeDocument/2006/relationships/slideLayout" Target="/ppt/slideLayouts/slideLayout1.xml" Id="Rc0ee7cd70ec142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ee7cd70ec142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91932b66b4b77" /><Relationship Type="http://schemas.openxmlformats.org/officeDocument/2006/relationships/notesSlide" Target="/ppt/notesSlides/notesSlide1.xml" Id="Ra4b2b8398bdb4c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eb0626b164648" /><Relationship Type="http://schemas.openxmlformats.org/officeDocument/2006/relationships/notesSlide" Target="/ppt/notesSlides/notesSlide2.xml" Id="R517698665ef446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af8de9b2f47d1" /><Relationship Type="http://schemas.openxmlformats.org/officeDocument/2006/relationships/notesSlide" Target="/ppt/notesSlides/notesSlide3.xml" Id="R6193b955a26e4b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3d3978451489e" /><Relationship Type="http://schemas.openxmlformats.org/officeDocument/2006/relationships/notesSlide" Target="/ppt/notesSlides/notesSlide4.xml" Id="R056ff56a20c44f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52361aa914978" /><Relationship Type="http://schemas.openxmlformats.org/officeDocument/2006/relationships/notesSlide" Target="/ppt/notesSlides/notesSlide5.xml" Id="R57943e26c9b14f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0e351bdf74cf2" /><Relationship Type="http://schemas.openxmlformats.org/officeDocument/2006/relationships/image" Target="/ppt/media/image.jpeg" Id="R71af00e962694966" /><Relationship Type="http://schemas.openxmlformats.org/officeDocument/2006/relationships/notesSlide" Target="/ppt/notesSlides/notesSlide6.xml" Id="R20f7aa18566643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4fb4bf7424725" /><Relationship Type="http://schemas.openxmlformats.org/officeDocument/2006/relationships/notesSlide" Target="/ppt/notesSlides/notesSlide7.xml" Id="R1e068dfe6e5f4b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3b6cdd64643c6" /><Relationship Type="http://schemas.openxmlformats.org/officeDocument/2006/relationships/notesSlide" Target="/ppt/notesSlides/notesSlide8.xml" Id="R3b02ecdceb9d4d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69c9d9ac44b80" /><Relationship Type="http://schemas.openxmlformats.org/officeDocument/2006/relationships/notesSlide" Target="/ppt/notesSlides/notesSlide9.xml" Id="R47f0178cb97e49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7ab2227fe4bf5" /><Relationship Type="http://schemas.openxmlformats.org/officeDocument/2006/relationships/notesSlide" Target="/ppt/notesSlides/notesSlide10.xml" Id="Rdf79664afe254d6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d5c2bc0e348f2" /><Relationship Type="http://schemas.openxmlformats.org/officeDocument/2006/relationships/notesSlide" Target="/ppt/notesSlides/notesSlide11.xml" Id="R02a78060c35c447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da4c294b04136" /><Relationship Type="http://schemas.openxmlformats.org/officeDocument/2006/relationships/notesSlide" Target="/ppt/notesSlides/notesSlide12.xml" Id="Ra08eef4b7b09438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6694c4bb54df8" /><Relationship Type="http://schemas.openxmlformats.org/officeDocument/2006/relationships/notesSlide" Target="/ppt/notesSlides/notesSlide13.xml" Id="R05bbc6a359624a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cf22245e946fe" /><Relationship Type="http://schemas.openxmlformats.org/officeDocument/2006/relationships/notesSlide" Target="/ppt/notesSlides/notesSlide14.xml" Id="R81cd0ced2f334b6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2db043c854b45" /><Relationship Type="http://schemas.openxmlformats.org/officeDocument/2006/relationships/notesSlide" Target="/ppt/notesSlides/notesSlide15.xml" Id="R879b5781437149f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746a65d9f4835" /><Relationship Type="http://schemas.openxmlformats.org/officeDocument/2006/relationships/notesSlide" Target="/ppt/notesSlides/notesSlide16.xml" Id="R7423332ac8e5406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5114d72ed498a" /><Relationship Type="http://schemas.openxmlformats.org/officeDocument/2006/relationships/notesSlide" Target="/ppt/notesSlides/notesSlide17.xml" Id="Ra6e92aebb1be477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2100e964e4166" /><Relationship Type="http://schemas.openxmlformats.org/officeDocument/2006/relationships/notesSlide" Target="/ppt/notesSlides/notesSlide18.xml" Id="R5c6233c9a650424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e525247c5427a" /><Relationship Type="http://schemas.openxmlformats.org/officeDocument/2006/relationships/notesSlide" Target="/ppt/notesSlides/notesSlide19.xml" Id="R0719df967c1943d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ceb8f4f7e4796" /><Relationship Type="http://schemas.openxmlformats.org/officeDocument/2006/relationships/notesSlide" Target="/ppt/notesSlides/notesSlide20.xml" Id="Rcb777a886b9a48b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1120dde534019" /><Relationship Type="http://schemas.openxmlformats.org/officeDocument/2006/relationships/notesSlide" Target="/ppt/notesSlides/notesSlide21.xml" Id="R71151a2bb1a940d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d81cf40724442" /><Relationship Type="http://schemas.openxmlformats.org/officeDocument/2006/relationships/notesSlide" Target="/ppt/notesSlides/notesSlide22.xml" Id="R5a35c58bcf5745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F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09129-C75B-42C1-AFEE-907B2DED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58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huaychan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E8E38-C7B4-4542-A4FA-B976F515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BE6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FFBE61"/>
                </a:solidFill>
                <a:latin typeface="Tahoma"/>
                <a:ea typeface="Tahoma"/>
                <a:cs typeface="Tahoma"/>
              </a:rPr>
              <a:t>ระบบสั่งอาหารของร้านค้าในชุมชน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DAECE-8558-4992-AB23-B82FCC31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10001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รัชชานนท์ ผมไผ  •  681102118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สาขาวิทยาการคอมพิวเตอร์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มหาวิทยาลัยราชภัฏชัยภูมิ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เสนอต่อ อาจารย์ ฤทธิชัย ผานาค</a:t>
            </a:r>
          </a:p>
        </p:txBody>
      </p:sp>
    </p:spTree>
    <p:extLst>
      <p:ext uri="{BB962C8B-B14F-4D97-AF65-F5344CB8AC3E}">
        <p14:creationId xmlns:p14="http://schemas.microsoft.com/office/powerpoint/2010/main" val="434700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62EA2-C391-44DE-852D-E5A89710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ที่มาของโครงงาน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3BC17-6296-43AF-B758-8A8E0D04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ปัญหาที่พบใกล้ตัว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041BA-613C-408E-AFD9-2D1E0DA3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เดิมให้เลือกศึกษาโครงงานจากมหาวิทยาลัยไทย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ยังไม่พบหัวข้อที่ตรงกับความสนใจ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จึงพิจารณาร้านใกล้บ้านที่โพสต์ขายอาหารทุกวัน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0EE34-D326-4B1E-A684-F581AB8F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367641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5B99B-7C3D-4E18-A0F8-FE508AAE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ปัญหาที่ต้องการแก้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36B91-AB99-4AD2-84A0-AB4ECCCE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ข้อมูลร้านและรายการสั่งซื้อ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4A606-0B61-48F3-9C43-E7225154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ลูกค้าต้องหาเมนู ราคา และช่องทางติดต่อ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รายละเอียดการสั่งอยู่ในบทสนทนา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ร้านต้องติดตามรายการและความคืบหน้าของงาน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51CB4-18AB-4192-8FE7-90DC7533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659646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76182-E29D-4F71-B1DA-7EA2E531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แนวคิดของ huaychan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B133D-3C3B-4459-B590-80DB9E27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พื้นที่กลางให้ร้านกับลูกค้ามาเจอกัน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71FF4-4802-489E-AD47-74AE7C56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รวมร้านและเมนูที่ค้นหาได้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สร้างออเดอร์และติดตามสถานะ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คุยกับร้านโดยตรงผ่านออเดอร์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410A0-BEAD-49A2-8CF6-5A1655A8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142458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C8A19-2736-4813-BC12-BB01455F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บทบาทในระบบ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62A37-C2B5-4379-8EF8-D3430581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ลูกค้า  •  ร้านค้า  •  ผู้ดูแล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842B6-8E85-4110-9024-271C261F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ลูกค้าเลือกสินค้า แจ้งจุดส่ง และจ่ายให้ร้าน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ร้านปรุงอาหาร รับเงิน และจัดส่งเอง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ผู้ดูแลดูแลระบบ สิทธิ์ และช่วยประสานงาน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55224-E7A3-4AC3-9AF7-7A629207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847969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0BFB19-A026-4E89-9EAE-53BBDAAB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หน้าเว็บไซต์จริง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A1DCC-BE0B-4FE9-9A6C-3791CDBF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huaychan.web.app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f00e962694966"/>
          <a:stretch xmlns:a="http://schemas.openxmlformats.org/drawingml/2006/main"/>
        </p:blipFill>
        <p:spPr>
          <a:xfrm xmlns:a="http://schemas.openxmlformats.org/drawingml/2006/main">
            <a:off x="2305170" y="2047875"/>
            <a:ext cx="7276859" cy="409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BD73C-9E9F-48E8-A8AD-8074F8D7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854240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1A70A1-AFC7-406B-9573-FA3AE377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วัตถุประสงค์และขอบเขต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6D0E5-1A3E-4796-ADAF-49C64BF8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สิ่งที่ต้องตรวจได้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5B5CC5-8A26-49B5-9784-53AF92AA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ค้นหาร้านและเมนูในพื้นที่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สั่งซื้อพร้อมข้อมูลที่ร้านต้องใช้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ติดตามสถานะและสื่อสารตามรายการ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จัดการร้านและตรวจประวัติด้วยสิทธิ์ที่เหมาะสม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DCD52B-9543-481E-B737-5765E8CC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428668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63991-E7C3-4E2D-B3F5-34E99375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เทคโนโลยีหลัก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86787-A5B3-4848-8A2F-D7030536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เว็บและบริการข้อมูล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834A5-F0C6-422B-AB1F-D2833754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Next.js 16.3.5 + React 19.2.8 + TypeScript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Firebase Auth / Firestore / Cloud Functions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LINE LIFF สำหรับเส้นทางเข้าสู่ระบบ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Capacitor สำหรับแอป Android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E5AD9-2825-4906-B304-ACF34322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817694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5C199-E80D-44EB-93E4-FB1DDC83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โครงสร้างระบบ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4E21A-E55B-434C-928B-613B4248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หน้าจอเชื่อมกับบริการ Firebase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EC37C-0458-439B-B584-B37D11CC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เว็บและ Android แสดงส่วนติดต่อผู้ใช้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Authentication ระบุตัวตน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Firestore เก็บร้าน เมนู ออเดอร์ และแชท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Functions ทำงานที่กำหนดไว้ฝั่งเซิร์ฟเวอร์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924C5-818E-453C-8566-3C95B3D2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493283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A00A4-EB35-4465-A5DD-4A6142E1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ข้อมูลและความสัมพันธ์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B448B-7EBE-4AB4-BC58-0DFBAF29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ออเดอร์เชื่อมคนซื้อกับร้าน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6CD9F-C7D3-422C-A8DC-A02C1DFA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ร้านหนึ่งแห่งมีหลายเมนูและหลายออเดอร์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ออเดอร์หนึ่งรายการเป็นของร้านหนึ่งแห่ง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หลายออเดอร์ใช้ group_id ร่วมกันได้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แชทอยู่ใต้ orders/{id}/messages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1CA46-40B8-4B24-BB3D-546742A6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769645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7D5BE-C22B-473D-A782-2BB3ED70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ขั้นตอนการสั่งซื้อ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A24FE-3500-4A80-A407-C8B893E6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ตั้งแต่เลือกเมนูจนปิดงาน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1D0E9-CB7C-4F7F-AF51-C1C38836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1  เลือกเมนู ตัวเลือก จำนวน และตรวจตะกร้า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2  กรอกข้อมูลติดต่อ จุดส่ง และวิธีจ่าย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3  ส่งออเดอร์แยกร้านและติดตามสถานะ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4  ร้านทำอาหาร ส่ง รับเงิน และจบงาน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2CD3C-E7E4-4C01-B74D-0E06252C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250967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EB9D1-3E7D-4775-A0D4-838B96EF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ตะกร้าหลายร้าน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2A4B1-D626-434B-B0D1-8153F6CF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ค่าส่งคิดตามจำนวนร้าน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B648D-11C0-47E8-B1EE-56156A01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ร้าน ก  (50 + ตัวเลือก 10) × 2 = 120 บาท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ร้าน ข  เครื่องดื่ม 30 บาท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ค่าส่ง 2 ร้าน × 10 = 20 บาท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ยอดชำระรวม 170 บาท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697B0-431D-459B-8017-4B397CB7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150136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D55ACD-6369-498E-90AB-18533027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ตัวอย่างโค้ดตะกร้า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55E61-B8AC-4759-A6FF-32D50441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คำนวณยอดของแต่ละร้าน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04CDD-015B-4A93-A5AF-E8670F8F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33B35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233B35"/>
                </a:solidFill>
                <a:latin typeface="Consolas"/>
                <a:ea typeface="Consolas"/>
                <a:cs typeface="Consolas"/>
              </a:rPr>
              <a:t>const unit = item.unit_price ?? item.price;</a:t>
            </a:r>
          </a:p>
          <a:p xmlns:a="http://schemas.openxmlformats.org/drawingml/2006/main">
            <a:pPr>
              <a:defRPr sz="2250" b="0">
                <a:solidFill>
                  <a:srgbClr val="233B35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233B35"/>
                </a:solidFill>
                <a:latin typeface="Consolas"/>
                <a:ea typeface="Consolas"/>
                <a:cs typeface="Consolas"/>
              </a:rPr>
              <a:t>groups[sId].subtotal += unit * item.quantity;</a:t>
            </a:r>
          </a:p>
          <a:p xmlns:a="http://schemas.openxmlformats.org/drawingml/2006/main">
            <a:pPr>
              <a:defRPr sz="2250" b="0">
                <a:solidFill>
                  <a:srgbClr val="233B35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233B35"/>
                </a:solidFill>
                <a:latin typeface="Consolas"/>
                <a:ea typeface="Consolas"/>
                <a:cs typeface="Consolas"/>
              </a:rPr>
              <a:t>groups[sId].total =</a:t>
            </a:r>
          </a:p>
          <a:p xmlns:a="http://schemas.openxmlformats.org/drawingml/2006/main">
            <a:pPr>
              <a:defRPr sz="2250" b="0">
                <a:solidFill>
                  <a:srgbClr val="233B35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233B35"/>
                </a:solidFill>
                <a:latin typeface="Consolas"/>
                <a:ea typeface="Consolas"/>
                <a:cs typeface="Consolas"/>
              </a:rPr>
              <a:t>  groups[sId].subtotal + groups[sId].deliveryFee;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4FA715-75BA-44AD-9A1F-B36F3315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684371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20C3B-9599-4D58-A658-5495413A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บัญชีและสิทธิ์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E694E-812F-46DD-876C-D8347EA0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ตรวจที่ฐานข้อมูลและ backend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25137-3D35-4C04-8AC4-288744BD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access กำหนด role และ shop_id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ลูกค้าอ่านออเดอร์ของตน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ร้านเข้าถึงงานของร้านที่ได้รับสิทธิ์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การซ่อนปุ่มไม่แทนการตรวจสิทธิ์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E4A89-A14A-4F79-9015-52021700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116676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149EF-0464-48E3-B28F-2FDE5C9F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แชทและการแจ้งเตือน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35978-83CC-4FAE-B0CC-01D0405A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สื่อสารโดยอ้างอิงออเดอร์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454B8-D2E9-4BC9-8E40-49F0C61A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ข้อความและรูปภาพผูกกับรายการสั่งซื้อ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เบอร์และรายละเอียดจุดส่งช่วยประสานงาน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Push และเสียงช่วยเตือนร้าน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การบันทึกงานกับการแจ้งเตือนต้องตรวจแยกกัน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D69A2-628C-4D62-B1EB-4C68160A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075741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B670A-BBAD-49DE-AC91-E5A86672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การจบงานและค่าบริการ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8C28F8-9052-4D7C-8412-43429C34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สถานะกับ ledger ต้องสอดคล้องกัน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015DF-4027-4E3C-8870-7BE49CC5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completeOrder ใช้ transaction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ตรวจสถานะซ้ำก่อนปรับเครดิตและยอดขาย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GP ทำงานตามการตั้งค่าที่เปิดใช้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รายงานยอดอ่านค่าหักจริงจากธุรกรรม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B68D6-FD44-4200-B361-94EE9F72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489767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13AC7-6467-46CA-9717-FBF98E92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ขั้นตอนพัฒนาและเผยแพร่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DCC9C-219D-4D30-9117-FFBBA25D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ลำดับสำหรับทำความเข้าใจระบบ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885B9-6BFD-4162-9116-E7429D2E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กำหนดปัญหาและขอบเขตผู้ใช้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ออกแบบข้อมูล แล้วพัฒนาทีละเส้นทาง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ทดสอบตรรกะ สิทธิ์ และงานครบเส้นทาง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Build เว็บ ตรวจ Hosting และทดสอบ Android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754B9E-25E3-4B85-9C1C-AC89ABC6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7127392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44E14-F963-4E8D-96C4-A1236FAD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ผลทดสอบย่อย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567CE-8D10-42DE-AE8B-D755ACDB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ผ่าน 20 จาก 20 กรณี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10D5B-0EAC-4845-8626-1E2172EB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Badge 5  •  LINE identity 3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Complete order 6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Geolocation 4  •  Sales summary 2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รันวันที่ 17 กันยายน 2569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45979-1D85-4E66-902F-04936F38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7242304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1790F-B018-4659-BC1C-D23D79A5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ข้อจำกัดที่ต้องแก้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308D5-9D91-46CE-B137-AEB0C86E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ยังต้องตรวจรับก่อนเปิดใช้ทั่วไป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9D649-AA3C-4539-9527-4D758E6F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ราคาปัจจุบันยังมาจาก client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ต้องกันการสร้างออเดอร์ซ้ำเมื่อ retry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ต้องบังคับจบงานผ่าน backend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Endpoint และ Android ต้องทดสอบจริง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026FA-7CBC-4B81-AD77-FBF21E78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5287862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15063-D9CC-4E66-A183-AAA1F3BD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แนวทางพัฒนาต่อ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06D421-4F77-4898-9050-9CA02EAA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ความถูกต้องก่อนขยายการใช้งาน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7DB6E-9D32-465F-8791-51E27735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ให้ server อ่านราคาและสร้างออเดอร์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ใช้ request key เดิมเมื่อส่งซ้ำ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จัดสิทธิ์และธุรกรรมให้สอดคล้อง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ทดลองกับร้านและลูกค้ากลุ่มเล็กหลังผ่านเกณฑ์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EB896-7B7B-468F-AA72-B30D57F8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51162350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CF5DE-624F-47F6-A79A-F649A561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สิ่งที่ได้เรียนรู้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D64A9-89B9-437C-B3F0-839F490C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ระบบชุมชนต้องเชื่อมกับงานจริง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B536E-1685-4337-8BD5-D2B6F606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เข้าใจวิธีทำงานของผู้ซื้อและร้าน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ออกแบบข้อมูลและขอบเขตสิทธิ์ร่วมกัน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แยกสิ่งที่พัฒนาแล้วออกจากสิ่งที่ทดสอบแล้ว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ใช้หลักฐานกำหนดงานปรับปรุงถัดไป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3397C-0422-47D2-98D2-1B7AAE24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7624368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B90B2-5D68-4D8B-8526-AF2F2563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F36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73F36"/>
                </a:solidFill>
                <a:latin typeface="Tahoma"/>
                <a:ea typeface="Tahoma"/>
                <a:cs typeface="Tahoma"/>
              </a:rPr>
              <a:t>แหล่งอ้างอิงและคำถาม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3EE2D-CC50-4349-9FEB-5B7239FA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F530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AF5300"/>
                </a:solidFill>
                <a:latin typeface="Tahoma"/>
                <a:ea typeface="Tahoma"/>
                <a:cs typeface="Tahoma"/>
              </a:rPr>
              <a:t>เอกสารประกอบโครงงาน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87853-0C90-492E-A4A4-0AAC91D4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1081087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ซอร์สโค้ดและบันทึกตรวจโครงการ huaychan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คู่มือ Next.js ที่ติดตั้งตรงรุ่น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Firebase • LINE Developers • Capacitor</a:t>
            </a:r>
          </a:p>
          <a:p xmlns:a="http://schemas.openxmlformats.org/drawingml/2006/main">
            <a:pPr>
              <a:defRPr sz="2475" b="0">
                <a:solidFill>
                  <a:srgbClr val="233B35"/>
                </a:solidFill>
                <a:latin typeface="Tahoma"/>
                <a:ea typeface="Tahoma"/>
                <a:cs typeface="Tahoma"/>
              </a:defRPr>
            </a:pPr>
            <a:r>
              <a:rPr sz="2475" b="0">
                <a:solidFill>
                  <a:srgbClr val="233B35"/>
                </a:solidFill>
                <a:latin typeface="Tahoma"/>
                <a:ea typeface="Tahoma"/>
                <a:cs typeface="Tahoma"/>
              </a:rPr>
              <a:t>เว็บไซต์ huaychan.web.app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EAEF48-2E97-45F1-B8C6-206888B9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3887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871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697871"/>
                </a:solidFill>
                <a:latin typeface="Tahoma"/>
                <a:ea typeface="Tahoma"/>
                <a:cs typeface="Tahoma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6842235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2026-09-16T20:05:08.6090000Z</dcterms:created>
  <dcterms:modified xsi:type="dcterms:W3CDTF">2026-09-16T20:05:08.6100000Z</dcterms:modified>
</coreProperties>
</file>