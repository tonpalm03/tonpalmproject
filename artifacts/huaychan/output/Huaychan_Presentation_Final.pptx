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e93cccf464fb0" /><Relationship Type="http://schemas.openxmlformats.org/officeDocument/2006/relationships/extended-properties" Target="/docProps/app.xml" Id="Rf7c081cc01df4436" /><Relationship Type="http://schemas.openxmlformats.org/officeDocument/2006/relationships/officeDocument" Target="/ppt/presentation.xml" Id="R9e26e31f7a6a4d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2d71336324459a"/>
  </p:sldMasterIdLst>
  <p:notesMasterIdLst>
    <p:notesMasterId xmlns:r="http://schemas.openxmlformats.org/officeDocument/2006/relationships" r:id="R427f685123d044ed"/>
  </p:notesMasterIdLst>
  <p:sldIdLst>
    <p:sldId xmlns:r="http://schemas.openxmlformats.org/officeDocument/2006/relationships" id="256" r:id="Ra90063bca578453d"/>
    <p:sldId xmlns:r="http://schemas.openxmlformats.org/officeDocument/2006/relationships" id="257" r:id="Rbcf1ce1e44a244a6"/>
    <p:sldId xmlns:r="http://schemas.openxmlformats.org/officeDocument/2006/relationships" id="258" r:id="R2012880b31be45a1"/>
    <p:sldId xmlns:r="http://schemas.openxmlformats.org/officeDocument/2006/relationships" id="259" r:id="Ree603d7298214a7b"/>
    <p:sldId xmlns:r="http://schemas.openxmlformats.org/officeDocument/2006/relationships" id="260" r:id="R3f9dd08553774cf9"/>
    <p:sldId xmlns:r="http://schemas.openxmlformats.org/officeDocument/2006/relationships" id="261" r:id="Ra4b45bb3b82144a9"/>
    <p:sldId xmlns:r="http://schemas.openxmlformats.org/officeDocument/2006/relationships" id="262" r:id="Rb17506af19ae46ed"/>
    <p:sldId xmlns:r="http://schemas.openxmlformats.org/officeDocument/2006/relationships" id="263" r:id="R17656bcd2cac4605"/>
    <p:sldId xmlns:r="http://schemas.openxmlformats.org/officeDocument/2006/relationships" id="264" r:id="R506eb19803d94ff1"/>
    <p:sldId xmlns:r="http://schemas.openxmlformats.org/officeDocument/2006/relationships" id="265" r:id="Rf6c011a11dda433d"/>
    <p:sldId xmlns:r="http://schemas.openxmlformats.org/officeDocument/2006/relationships" id="266" r:id="Rc4addc520a514b86"/>
    <p:sldId xmlns:r="http://schemas.openxmlformats.org/officeDocument/2006/relationships" id="267" r:id="R5265a2cc4e764980"/>
    <p:sldId xmlns:r="http://schemas.openxmlformats.org/officeDocument/2006/relationships" id="268" r:id="R06cd05d698df4f37"/>
    <p:sldId xmlns:r="http://schemas.openxmlformats.org/officeDocument/2006/relationships" id="269" r:id="R87de2057686a4860"/>
    <p:sldId xmlns:r="http://schemas.openxmlformats.org/officeDocument/2006/relationships" id="270" r:id="Rdb91e26383ed4a1d"/>
    <p:sldId xmlns:r="http://schemas.openxmlformats.org/officeDocument/2006/relationships" id="271" r:id="R20f4613adbb24366"/>
    <p:sldId xmlns:r="http://schemas.openxmlformats.org/officeDocument/2006/relationships" id="272" r:id="R8f579e2fde854438"/>
    <p:sldId xmlns:r="http://schemas.openxmlformats.org/officeDocument/2006/relationships" id="273" r:id="R905f23ed0bb34750"/>
    <p:sldId xmlns:r="http://schemas.openxmlformats.org/officeDocument/2006/relationships" id="274" r:id="R135a077cef4c4477"/>
    <p:sldId xmlns:r="http://schemas.openxmlformats.org/officeDocument/2006/relationships" id="275" r:id="Ra3c1a97420644d9f"/>
    <p:sldId xmlns:r="http://schemas.openxmlformats.org/officeDocument/2006/relationships" id="276" r:id="Reb3b78cc09c348d5"/>
    <p:sldId xmlns:r="http://schemas.openxmlformats.org/officeDocument/2006/relationships" id="277" r:id="Raad57ac70f614b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b5aed3d754f22" /><Relationship Type="http://schemas.openxmlformats.org/officeDocument/2006/relationships/slideMaster" Target="/ppt/slideMasters/slideMaster1.xml" Id="R5d2d71336324459a" /><Relationship Type="http://schemas.openxmlformats.org/officeDocument/2006/relationships/notesMaster" Target="/ppt/notesMasters/notesMaster1.xml" Id="R427f685123d044ed" /><Relationship Type="http://schemas.openxmlformats.org/officeDocument/2006/relationships/presProps" Target="/ppt/presProps.xml" Id="R5ee366633d7d4b86" /><Relationship Type="http://schemas.openxmlformats.org/officeDocument/2006/relationships/tableStyles" Target="/ppt/tableStyles.xml" Id="Rbe38a587efb045dd" /><Relationship Type="http://schemas.openxmlformats.org/officeDocument/2006/relationships/slide" Target="/ppt/slides/slide1.xml" Id="Ra90063bca578453d" /><Relationship Type="http://schemas.openxmlformats.org/officeDocument/2006/relationships/slide" Target="/ppt/slides/slide2.xml" Id="Rbcf1ce1e44a244a6" /><Relationship Type="http://schemas.openxmlformats.org/officeDocument/2006/relationships/slide" Target="/ppt/slides/slide3.xml" Id="R2012880b31be45a1" /><Relationship Type="http://schemas.openxmlformats.org/officeDocument/2006/relationships/slide" Target="/ppt/slides/slide4.xml" Id="Ree603d7298214a7b" /><Relationship Type="http://schemas.openxmlformats.org/officeDocument/2006/relationships/slide" Target="/ppt/slides/slide5.xml" Id="R3f9dd08553774cf9" /><Relationship Type="http://schemas.openxmlformats.org/officeDocument/2006/relationships/slide" Target="/ppt/slides/slide6.xml" Id="Ra4b45bb3b82144a9" /><Relationship Type="http://schemas.openxmlformats.org/officeDocument/2006/relationships/slide" Target="/ppt/slides/slide7.xml" Id="Rb17506af19ae46ed" /><Relationship Type="http://schemas.openxmlformats.org/officeDocument/2006/relationships/slide" Target="/ppt/slides/slide8.xml" Id="R17656bcd2cac4605" /><Relationship Type="http://schemas.openxmlformats.org/officeDocument/2006/relationships/slide" Target="/ppt/slides/slide9.xml" Id="R506eb19803d94ff1" /><Relationship Type="http://schemas.openxmlformats.org/officeDocument/2006/relationships/slide" Target="/ppt/slides/slide10.xml" Id="Rf6c011a11dda433d" /><Relationship Type="http://schemas.openxmlformats.org/officeDocument/2006/relationships/slide" Target="/ppt/slides/slide11.xml" Id="Rc4addc520a514b86" /><Relationship Type="http://schemas.openxmlformats.org/officeDocument/2006/relationships/slide" Target="/ppt/slides/slide12.xml" Id="R5265a2cc4e764980" /><Relationship Type="http://schemas.openxmlformats.org/officeDocument/2006/relationships/slide" Target="/ppt/slides/slide13.xml" Id="R06cd05d698df4f37" /><Relationship Type="http://schemas.openxmlformats.org/officeDocument/2006/relationships/slide" Target="/ppt/slides/slide14.xml" Id="R87de2057686a4860" /><Relationship Type="http://schemas.openxmlformats.org/officeDocument/2006/relationships/slide" Target="/ppt/slides/slide15.xml" Id="Rdb91e26383ed4a1d" /><Relationship Type="http://schemas.openxmlformats.org/officeDocument/2006/relationships/slide" Target="/ppt/slides/slide16.xml" Id="R20f4613adbb24366" /><Relationship Type="http://schemas.openxmlformats.org/officeDocument/2006/relationships/slide" Target="/ppt/slides/slide17.xml" Id="R8f579e2fde854438" /><Relationship Type="http://schemas.openxmlformats.org/officeDocument/2006/relationships/slide" Target="/ppt/slides/slide18.xml" Id="R905f23ed0bb34750" /><Relationship Type="http://schemas.openxmlformats.org/officeDocument/2006/relationships/slide" Target="/ppt/slides/slide19.xml" Id="R135a077cef4c4477" /><Relationship Type="http://schemas.openxmlformats.org/officeDocument/2006/relationships/slide" Target="/ppt/slides/slide20.xml" Id="Ra3c1a97420644d9f" /><Relationship Type="http://schemas.openxmlformats.org/officeDocument/2006/relationships/slide" Target="/ppt/slides/slide21.xml" Id="Reb3b78cc09c348d5" /><Relationship Type="http://schemas.openxmlformats.org/officeDocument/2006/relationships/slide" Target="/ppt/slides/slide22.xml" Id="Raad57ac70f61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275eb4c81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4aab0284a425d" /><Relationship Type="http://schemas.openxmlformats.org/officeDocument/2006/relationships/notesMaster" Target="/ppt/notesMasters/notesMaster1.xml" Id="R9f1465790b6b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e70d2e8a194142" /><Relationship Type="http://schemas.openxmlformats.org/officeDocument/2006/relationships/notesMaster" Target="/ppt/notesMasters/notesMaster1.xml" Id="R8d10b1a22768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a1480dbab444bf" /><Relationship Type="http://schemas.openxmlformats.org/officeDocument/2006/relationships/notesMaster" Target="/ppt/notesMasters/notesMaster1.xml" Id="R57744376d86b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71cb4de3443f3" /><Relationship Type="http://schemas.openxmlformats.org/officeDocument/2006/relationships/notesMaster" Target="/ppt/notesMasters/notesMaster1.xml" Id="R9eb87d0c8be1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072e4620841b3" /><Relationship Type="http://schemas.openxmlformats.org/officeDocument/2006/relationships/notesMaster" Target="/ppt/notesMasters/notesMaster1.xml" Id="R2c87c74b14cb4b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75628aa8ca4d4b" /><Relationship Type="http://schemas.openxmlformats.org/officeDocument/2006/relationships/notesMaster" Target="/ppt/notesMasters/notesMaster1.xml" Id="R5f005a66736d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c500af650f4129" /><Relationship Type="http://schemas.openxmlformats.org/officeDocument/2006/relationships/notesMaster" Target="/ppt/notesMasters/notesMaster1.xml" Id="R4ab32d83bb8141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21a2687084c67" /><Relationship Type="http://schemas.openxmlformats.org/officeDocument/2006/relationships/notesMaster" Target="/ppt/notesMasters/notesMaster1.xml" Id="R59ec2f5d22964c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a7290ed3ea49c0" /><Relationship Type="http://schemas.openxmlformats.org/officeDocument/2006/relationships/notesMaster" Target="/ppt/notesMasters/notesMaster1.xml" Id="R1857e8d25be94c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1e20784f994e6f" /><Relationship Type="http://schemas.openxmlformats.org/officeDocument/2006/relationships/notesMaster" Target="/ppt/notesMasters/notesMaster1.xml" Id="R85ef40da0464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dffcd3d9394659" /><Relationship Type="http://schemas.openxmlformats.org/officeDocument/2006/relationships/notesMaster" Target="/ppt/notesMasters/notesMaster1.xml" Id="Rfcac53334e60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9c54d18a1442de" /><Relationship Type="http://schemas.openxmlformats.org/officeDocument/2006/relationships/notesMaster" Target="/ppt/notesMasters/notesMaster1.xml" Id="R8cc7453f8c1640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b9fe2d3f764b6b" /><Relationship Type="http://schemas.openxmlformats.org/officeDocument/2006/relationships/notesMaster" Target="/ppt/notesMasters/notesMaster1.xml" Id="R493a6d5d5d4245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d360bb5089499a" /><Relationship Type="http://schemas.openxmlformats.org/officeDocument/2006/relationships/notesMaster" Target="/ppt/notesMasters/notesMaster1.xml" Id="Rcf99c87f38b441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a1fc7733314488" /><Relationship Type="http://schemas.openxmlformats.org/officeDocument/2006/relationships/notesMaster" Target="/ppt/notesMasters/notesMaster1.xml" Id="R0256d99799b146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3bc3fcb06f4e9c" /><Relationship Type="http://schemas.openxmlformats.org/officeDocument/2006/relationships/notesMaster" Target="/ppt/notesMasters/notesMaster1.xml" Id="R7af2a33a8d6f44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f5e3c8602645a3" /><Relationship Type="http://schemas.openxmlformats.org/officeDocument/2006/relationships/notesMaster" Target="/ppt/notesMasters/notesMaster1.xml" Id="R5de210273e4d47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20ba51bbcd4cbe" /><Relationship Type="http://schemas.openxmlformats.org/officeDocument/2006/relationships/notesMaster" Target="/ppt/notesMasters/notesMaster1.xml" Id="R8aaf24f9168541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f51d00e64f4c46" /><Relationship Type="http://schemas.openxmlformats.org/officeDocument/2006/relationships/notesMaster" Target="/ppt/notesMasters/notesMaster1.xml" Id="R0b45de4135ae45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1a6912e7a04be5" /><Relationship Type="http://schemas.openxmlformats.org/officeDocument/2006/relationships/notesMaster" Target="/ppt/notesMasters/notesMaster1.xml" Id="R70eeff27d76043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f1998e7f114afc" /><Relationship Type="http://schemas.openxmlformats.org/officeDocument/2006/relationships/notesMaster" Target="/ppt/notesMasters/notesMaster1.xml" Id="R7da0478316a548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b13c754e744c1a" /><Relationship Type="http://schemas.openxmlformats.org/officeDocument/2006/relationships/notesMaster" Target="/ppt/notesMasters/notesMaster1.xml" Id="R55e64c6c29d7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สวัสดีครับ ผมรัชชานนท์ ผมไผ วันนี้ขอนำเสนอโครงงาน huaychan ซึ่งเริ่มจากร้านอาหารและเครื่องดื่มใกล้บ้านที่โพสต์ขายบน Facebook ผมอยากช่วยให้คนในชุมชนหาร้านและสั่งซื้อได้สะดวกขึ้น โดยร้านยังขาย รับเงิน และส่งเอง ใช้เวลานำเสนอประมาณ 15–20 นาที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อธิบายที่มาด้วยประสบการณ์ที่ผู้จัดทำให้ไว้ ไม่อ้างว่าได้สำรวจร้านทั้งชุมชนหรือได้รับอนุมัติเปลี่ยนหัวข้อแล้ว จุดเริ่มต้นคือการมองเห็นงานจริงที่อยากช่วยแก้ และนำเสนอขอบเขตให้ตรงกับรายวิชา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ยกตัวอย่างว่าลูกค้าเห็นรูปอาหารแล้วต้องถามราคา แจ้งจำนวน และส่งที่อยู่หลายข้อความ ระบบจึงรวบรวมข้อมูลที่ต้องใช้ไว้ในรายการเดียว นี่เป็นข้อสังเกตตั้งต้น ไม่ใช่ผลการทดลองเปรียบเทียบ Facebook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อธิบายว่าเป้าหมายคือให้ร้านเล็กมีหน้าร้านออนไลน์ และให้คนในพื้นที่อุดหนุนกัน แพลตฟอร์มช่วยจัดข้อมูลและการสื่อสาร ไม่ได้มีทีมปรุงอาหารหรือเครือข่ายคนขับแยกของตนเองตามหลักฐานโครงการ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อย่าอธิบายว่าแพลตฟอร์มไม่ต้องรับผิดชอบอะไรเลย เพราะยังต้องดูแลระบบและข้อมูล ส่วนอาหารและการให้บริการของร้านเป็นบทบาทร้านตามแนวคิดที่กำหนด แยกบทบาทให้ชัดจะช่วยตอบเรื่องขอบเขตโครงงาน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ภาพหน้าสาธารณะบันทึกวันที่ 17 กันยายน 2569 แสดงร้าน หมวดสินค้า การค้นหา เข้าสู่ระบบ และแนวคิดชุมชน ภาพไม่ได้ยืนยันธุรกรรมจริงครบเส้นทาง ไม่ใช้ยอดขายหรือคะแนนที่เห็นเป็นผลประเมินความสำเร็จ แหล่งข้อมูล https://huaychan.web.app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อธิบายว่าขอบเขตพื้นที่คือห้วยชัน นาฝาย และรอบมหาวิทยาลัยราชภัฏชัยภูมิตามหน้าเว็บ การบอกพื้นที่บริการบนหน้าเว็บยังไม่เท่ากับมี geofence ตรวจอัตโนมัติทุกคำสั่งซื้อ เกณฑ์ตรวจรับละเอียดอยู่ในรายงาน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package.json และ capacitor.config.ts เวอร์ชันที่มีเครื่องหมาย ^ ในรายงานคือช่วงที่ manifest ยอมรับ ต้องใช้ lockfile เมื่อติดตั้งซ้ำ โครงการตั้ง Next.js เป็น static export และใช้บริการ Firebase แยกสำหรับข้อมูลและตรรกะ backend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ไล่เส้นทางจากผู้ใช้ไปหน้าจอ แล้วแยกบัญชี ฐานข้อมูล และ Functions หน้าจออยู่บน Firebase Hosting โดย build ลง out งานที่ต้องตรวจความถูกต้องไม่ควรเชื่อเพียงค่าจากเครื่องลูกค้า ที่มา next.config.ts, firebase.json, src/lib/firebase.ts และ functions/index.js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ตะกร้าอาจมีหลายร้าน แต่ checkout แยกออเดอร์ให้แต่ละร้าน ความสัมพันธ์ใช้ shop_id และ customer_uid ใน Firestore จึงต้องตรวจความสอดคล้องของรหัสด้วยโปรแกรมและ Rules ที่มา src/types/index.ts และ CartCheckoutModal.tsx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สาธิตขั้นตอนโดยอธิบายสถานะ pending, cooking, delivering, completed และ cancelled การสาธิตที่มีการเขียนข้อมูลควรใช้สภาพแวดล้อมทดสอบ เน้นว่าเมื่อหลายร้านสำเร็จไม่พร้อมกันต้องรู้ว่ารายการใดเกิดขึ้นแล้ว ก่อนลองใหม่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ตัวเลขทั้งหมดเป็นตัวอย่างสมมติ โค้ด CartContext กำหนดค่าส่ง 10 บาทต่อร้าน ดังนั้นตะกร้าสองร้านเป็น 20 บาท ร้านแต่ละแห่งรับเงินส่วนของตน ไม่ควรอธิบายว่าเหมาทุกตะกร้าเพียง 10 บาท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ตัวอย่างย่อจาก src/context/CartContext.tsx เปลี่ยนชื่อตัวแปร itemUnitPrice เป็น unit เพื่ออ่านบนสไลด์ unit_price คือราคาเมนูรวมตัวเลือก คูณจำนวนเป็นยอดรายการ แล้วรวมค่าส่ง นี่เป็นการคำนวณหน้าจอ ยังต้องยืนยันราคาที่ backend ก่อนเชื่อถือเพื่อสร้างออเดอร์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firestore.rules และ AuthContext.tsx การรับข้อมูลชื่อบทบาทจากหน้าจอไม่เพียงพอ ต้องตรวจตัวตนจริงกับสิทธิ์ที่เชื่อถือได้ ฉบับอัปเดตเปลี่ยน backend ให้อ่าน access แล้ว ควรทดสอบการถอนสิทธิ์เพิ่มเติม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ChatModal.tsx, pushNotifications.ts และ functions/index.js แชทอยู่ในขอบเขตผู้เกี่ยวข้องกับออเดอร์ การแจ้งเตือนไม่ถึงไม่ได้แปลว่าออเดอร์ไม่ถูกบันทึก และบันทึก readiness ฉบับอัปเดตระบุว่าแก้ endpoint 403 แล้ว แต่ยังต้องทดสอบการส่งถึงอุปกรณ์จริง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functions/index.js และ src/lib/salesSummary.ts แยกยอดรับลูกค้ากับรายได้ค่าบริการ ตัวอย่าง GP 5% ไม่ใช่หลักฐานว่าเปิดใช้เสมอ ค่า net ยังไม่หักวัตถุดิบ ค่าแรง หรือค่าเดินทาง จึงไม่ควรเรียกกำไรสุทธิ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ลำดับนี้เรียบเรียงจากส่วนประกอบของโครงการเพื่ออธิบายวิธีทำ ไม่ใช่วันเวลาพัฒนาที่มีบันทึกครบ อ่านคู่มือ Next.js รุ่นติดตั้งก่อนแก้โค้ด และใช้ emulator ทดสอบคำขอผิดพลาดก่อน deploy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รันด้วย node --test ตามรายชื่อไฟล์ที่ระบุในรายงาน ผ่านทั้งหมด แต่เป็นการทดสอบตรรกะจำลอง ไม่ได้ทดสอบลูกค้าสั่งจริงแล้วร้านส่งจริง ไม่ได้รัน emulator suite ทั้งหมดใหม่ในงานเอกสารนี้ ไม่ใช้ผล 20/20 แทนคำว่าปลอดภัยหรือพร้อมเปิดใช้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โค้ดล่าสุดเพิ่ม functions/checkout.js และ client ส่ง idempotency_key บันทึก LAUNCH_READINESS_REVIEW.md ฉบับอัปเดตระบุ readiness 3/3, security 16/16 และ signed APK แล้ว เป็นผลจากบันทึกโครงการ ไม่ได้รันซ้ำทั้งหมดในงานเอกสารนี้ HTTP 401 ของคำขอไม่มีบัญชียืนยันเพียงว่าเข้าถึง handler ไม่แทนผลการสั่งซื้อจริง ยังต้องตรวจตัวเลือกอาหารและคำขอพร้อมกัน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functions/checkout.js ณ เวลาตรวจยังมี fallback ราคาตัวเลือกจากคำขอเมื่อหาในเมนูไม่พบ จึงควรตรวจเพิ่มเติม รวมถึงผลตอบกลับเมื่อ transaction retry ไม่อ้างว่าผ่านทุกกรณีจากการมี backend checkout เพียงอย่างเดียว หลังผ่าน acceptance จึงประเมินความเข้าใจของลูกค้าและร้านจริง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สรุปว่าโครงการตอบโจทย์พื้นที่กลางสำหรับค้นหาร้าน สั่ง และคุยโดยตรง แต่ความพร้อมเชิงธุรกรรมยังต้องแก้และทดสอบ ขอบเขตร้านส่งเองช่วยให้โครงการสอดคล้องกับบริบทชุมชน ปิดด้วยแนวคิดร้านเล็กก็มีหน้าร้านออนไลน์ได้โดยไม่อ้างผลสำเร็จที่ยังไม่ได้วัด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แหล่งอ้างอิง: https://firebase.google.com/docs/firestore/query-data/listen ; https://firebase.google.com/docs/firestore/manage-data/transactions ; https://developers.line.biz/en/docs/liff/using-user-profile/ ; https://capacitorjs.com/docs ; คู่มือ local node_modules/next/dist/docs/01-app/02-guides/static-exports.md ตรวจ 17 กันยายน 2569 รายละเอียดบรรณานุกรมและโค้ดเต็มตามช่วงที่คัดอยู่ในรายงาน Word เตรียมตอบคำถามเรื่องเหตุผลหัวข้อ ผู้จัดส่ง ความถูกต้องของราคา และเกณฑ์ตรวจรับ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d04054462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091be072d473e" /><Relationship Type="http://schemas.openxmlformats.org/officeDocument/2006/relationships/slideLayout" Target="/ppt/slideLayouts/slideLayout1.xml" Id="R8a1121608f604a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121608f604a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5c84b06434c5c" /><Relationship Type="http://schemas.openxmlformats.org/officeDocument/2006/relationships/notesSlide" Target="/ppt/notesSlides/notesSlide1.xml" Id="R691834ba4c5341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3f97e3f5496a" /><Relationship Type="http://schemas.openxmlformats.org/officeDocument/2006/relationships/notesSlide" Target="/ppt/notesSlides/notesSlide2.xml" Id="Re9c2e172ce85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1662ed1b472d" /><Relationship Type="http://schemas.openxmlformats.org/officeDocument/2006/relationships/notesSlide" Target="/ppt/notesSlides/notesSlide3.xml" Id="R96e56f1fac18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017cb0ffa4259" /><Relationship Type="http://schemas.openxmlformats.org/officeDocument/2006/relationships/notesSlide" Target="/ppt/notesSlides/notesSlide4.xml" Id="R6847a43eabf6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67cc956924ddf" /><Relationship Type="http://schemas.openxmlformats.org/officeDocument/2006/relationships/notesSlide" Target="/ppt/notesSlides/notesSlide5.xml" Id="Raec4db6e401c4b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4f34b691941d3" /><Relationship Type="http://schemas.openxmlformats.org/officeDocument/2006/relationships/image" Target="/ppt/media/image.jpeg" Id="R6c9bb7786189463b" /><Relationship Type="http://schemas.openxmlformats.org/officeDocument/2006/relationships/notesSlide" Target="/ppt/notesSlides/notesSlide6.xml" Id="Rb86ea5c46d1648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704c20f2415c" /><Relationship Type="http://schemas.openxmlformats.org/officeDocument/2006/relationships/notesSlide" Target="/ppt/notesSlides/notesSlide7.xml" Id="Rd092eb5c6ad0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0a24152dd4189" /><Relationship Type="http://schemas.openxmlformats.org/officeDocument/2006/relationships/notesSlide" Target="/ppt/notesSlides/notesSlide8.xml" Id="Rb0009866b427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7d18249c44586" /><Relationship Type="http://schemas.openxmlformats.org/officeDocument/2006/relationships/notesSlide" Target="/ppt/notesSlides/notesSlide9.xml" Id="R0b404a9b1d604a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8c9b4f4e470a" /><Relationship Type="http://schemas.openxmlformats.org/officeDocument/2006/relationships/notesSlide" Target="/ppt/notesSlides/notesSlide10.xml" Id="Rf6d642208df64f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81555da34093" /><Relationship Type="http://schemas.openxmlformats.org/officeDocument/2006/relationships/notesSlide" Target="/ppt/notesSlides/notesSlide11.xml" Id="R0fe44052e5ae42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613fd379040e1" /><Relationship Type="http://schemas.openxmlformats.org/officeDocument/2006/relationships/notesSlide" Target="/ppt/notesSlides/notesSlide12.xml" Id="R00eed2c270bf4a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0527326d04b3b" /><Relationship Type="http://schemas.openxmlformats.org/officeDocument/2006/relationships/notesSlide" Target="/ppt/notesSlides/notesSlide13.xml" Id="R42d6f5749f474f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68862857402a" /><Relationship Type="http://schemas.openxmlformats.org/officeDocument/2006/relationships/notesSlide" Target="/ppt/notesSlides/notesSlide14.xml" Id="R03b187c24db84b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0747b84f41d8" /><Relationship Type="http://schemas.openxmlformats.org/officeDocument/2006/relationships/notesSlide" Target="/ppt/notesSlides/notesSlide15.xml" Id="R5ab8fbc012ac4c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1e616981c4492" /><Relationship Type="http://schemas.openxmlformats.org/officeDocument/2006/relationships/notesSlide" Target="/ppt/notesSlides/notesSlide16.xml" Id="R5d506d49c5164a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b413101794d5c" /><Relationship Type="http://schemas.openxmlformats.org/officeDocument/2006/relationships/notesSlide" Target="/ppt/notesSlides/notesSlide17.xml" Id="Rebfc6f9367d54c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08e6db38a4574" /><Relationship Type="http://schemas.openxmlformats.org/officeDocument/2006/relationships/notesSlide" Target="/ppt/notesSlides/notesSlide18.xml" Id="R224c1e455be241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643e86e324ea4" /><Relationship Type="http://schemas.openxmlformats.org/officeDocument/2006/relationships/notesSlide" Target="/ppt/notesSlides/notesSlide19.xml" Id="R0e056de44dee40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0d5910dd463e" /><Relationship Type="http://schemas.openxmlformats.org/officeDocument/2006/relationships/notesSlide" Target="/ppt/notesSlides/notesSlide20.xml" Id="R6cd7fec1d59545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5cdcbe8df4fef" /><Relationship Type="http://schemas.openxmlformats.org/officeDocument/2006/relationships/notesSlide" Target="/ppt/notesSlides/notesSlide21.xml" Id="R4a736ca04bf642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bf795b1a745b4" /><Relationship Type="http://schemas.openxmlformats.org/officeDocument/2006/relationships/notesSlide" Target="/ppt/notesSlides/notesSlide22.xml" Id="R6b0c8b19488f40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FB169-B89B-41F0-B660-D2A2497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5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huaychan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E356-E9DA-42EB-83C0-2C33FD2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BE6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BE61"/>
                </a:solidFill>
                <a:latin typeface="Tahoma"/>
                <a:ea typeface="Tahoma"/>
                <a:cs typeface="Tahoma"/>
              </a:rPr>
              <a:t>ระบบสั่งอาหารของร้านค้าในชุมชน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B989-4913-402A-BE9E-0046000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รัชชานนท์ ผมไผ  •  681102118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สาขาวิทยาการคอมพิวเตอร์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มหาวิทยาลัยราชภัฏชัยภูมิ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เสนอต่อ อาจารย์ ฤทธิชัย ผานาค</a:t>
            </a:r>
          </a:p>
        </p:txBody>
      </p:sp>
    </p:spTree>
    <p:extLst>
      <p:ext uri="{BB962C8B-B14F-4D97-AF65-F5344CB8AC3E}">
        <p14:creationId xmlns:p14="http://schemas.microsoft.com/office/powerpoint/2010/main" val="1610172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D26F-C560-43F3-8F3D-4AA6F965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ที่มาของโครงงาน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1C1E5-F4D1-4EEA-BCB3-4AA09AA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ปัญหาที่พบใกล้ตัว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395F4-D7E4-4974-8609-65DB6B1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เดิมให้เลือกศึกษาโครงงานจากมหาวิทยาลัยไทย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ยังไม่พบหัวข้อที่ตรงกับความสนใจ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จึงพิจารณาร้านใกล้บ้านที่โพสต์ขายอาหารทุกวัน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F6613-2594-4DB1-8466-0658300A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425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6EB1D-E108-4AA9-B672-138D8AA3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ปัญหาที่ต้องการแก้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2AE98-064E-4422-8D4F-11FD5F79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ข้อมูลร้านและรายการสั่งซื้อ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99CEE-BDE7-4171-AA73-926B0535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ลูกค้าต้องหาเมนู ราคา และช่องทางติดต่อ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รายละเอียดการสั่งอยู่ในบทสนทนา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ร้านต้องติดตามรายการและความคืบหน้าของงาน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83490-B3B6-41FB-B40E-284016F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671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6CAD7-6FE5-4315-9D03-FE3BD62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แนวคิดของ huaychan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5685-F54A-4756-8A37-032F8F1F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พื้นที่กลางให้ร้านกับลูกค้ามาเจอกัน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93589-A5B7-4353-80FF-9488E69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รวมร้านและเมนูที่ค้นหาได้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สร้างออเดอร์และติดตามสถานะ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คุยกับร้านโดยตรงผ่านออเดอร์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8BD20-C232-4B70-A187-25095A1D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5445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BEC26-5817-43DB-A4D2-8689078B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บทบาทในระบบ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E26D4-C17E-45A8-BE2C-087E4A09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ลูกค้า  •  ร้านค้า  •  ผู้ดูแล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BB8D8-C054-465D-99B7-56975FAE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ลูกค้าเลือกสินค้า แจ้งจุดส่ง และจ่ายให้ร้าน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ร้านปรุงอาหาร รับเงิน และจัดส่งเอง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ผู้ดูแลดูแลระบบ สิทธิ์ และช่วยประสานงาน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269BE-E702-42CC-9132-D71EF9D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3173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6CEF4-0D4D-4B1C-9A26-5D998054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หน้าเว็บไซต์จริง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9DDD4-F802-4CFD-8A99-1DC11712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huaychan.web.app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bb7786189463b"/>
          <a:stretch xmlns:a="http://schemas.openxmlformats.org/drawingml/2006/main"/>
        </p:blipFill>
        <p:spPr>
          <a:xfrm xmlns:a="http://schemas.openxmlformats.org/drawingml/2006/main">
            <a:off x="2305170" y="2047875"/>
            <a:ext cx="7276859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17386-B9E5-44DE-A009-236B8EC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9892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5690C-A9B2-4B50-8112-119210C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วัตถุประสงค์และขอบเขต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D1114-4D85-4FF7-A92B-4BEB7195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สิ่งที่ต้องตรวจได้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02D04-1958-4F15-A473-E9729C93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ค้นหาร้านและเมนูในพื้นที่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สั่งซื้อพร้อมข้อมูลที่ร้านต้องใช้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ติดตามสถานะและสื่อสารตามรายการ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จัดการร้านและตรวจประวัติด้วยสิทธิ์ที่เหมาะสม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78B34-A3FD-468D-A75E-C0EE479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4952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CF5F-027C-43EF-943A-DE9C471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เทคโนโลยีหลัก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AE2C9-6828-4981-BAC6-31BBB9B9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เว็บและบริการข้อมูล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93E30-8260-4273-BD90-A165A82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Next.js 16.3.5 + React 19.2.8 + TypeScript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Firebase Auth / Firestore / Cloud Functions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LINE LIFF สำหรับเส้นทางเข้าสู่ระบบ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Capacitor สำหรับแอป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A5451-E632-4E9E-B7A6-D492D78B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1649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1D8C7-441D-48ED-82F5-DB2CAA7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โครงสร้างระบบ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EA62C-C693-4774-932C-B6108339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หน้าจอเชื่อมกับบริการ Firebase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2AC2C-3350-4FCF-B3F2-6EF3567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เว็บและ Android แสดงส่วนติดต่อผู้ใช้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Authentication ระบุตัวตน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Firestore เก็บร้าน เมนู ออเดอร์ และแชท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Functions ทำงานที่กำหนดไว้ฝั่งเซิร์ฟเวอร์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54AF-F5DF-427C-9D37-4B4BA7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4506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C8C9-9F24-4E61-87BC-892A57B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ข้อมูลและความสัมพันธ์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1D91A-DC6B-478A-BE17-C19CA48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ออเดอร์เชื่อมคนซื้อกับร้าน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D68F6-B218-457E-8292-6CB93AE3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ร้านหนึ่งแห่งมีหลายเมนูและหลายออเดอร์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ออเดอร์หนึ่งรายการเป็นของร้านหนึ่งแห่ง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หลายออเดอร์ใช้ group_id ร่วมกันได้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แชทอยู่ใต้ orders/{id}/messages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45E79-2FEA-42D4-8F3C-876C525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4913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60956-FA1F-4900-8C3C-6DBA7A63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ขั้นตอนการสั่งซื้อ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9E3DA-873B-4565-90DA-35D9BC37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ตั้งแต่เลือกเมนูจนปิดงาน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F9DC-9B59-4779-838E-86F9195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1  เลือกเมนู ตัวเลือก จำนวน และตรวจตะกร้า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2  กรอกข้อมูลติดต่อ จุดส่ง และวิธีจ่าย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3  ส่งออเดอร์แยกร้านและติดตามสถานะ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4  ร้านทำอาหาร ส่ง รับเงิน และจบงาน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442DE-42FC-4286-B2B9-82766A0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1610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9D54B-4896-4C39-9EAA-78E4A232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ตะกร้าหลายร้าน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800D6-4B17-4554-8642-47FE59B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ค่าส่งคิดตามจำนวนร้าน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382C1-5451-43FD-B7C8-0C174B4C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 ก  (50 + ตัวเลือก 10) × 2 = 120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 ข  เครื่องดื่ม 30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ค่าส่ง 2 ร้าน × 10 = 20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ยอดชำระรวม 170 บาท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A44BC-061C-4940-AD84-B9F1315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0173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2B456-D85B-4418-AEAA-678927F4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ตัวอย่างโค้ดตะกร้า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1B0CA-9EE4-4E98-B4AA-14DBDA5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คำนวณยอดของแต่ละร้าน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C4CDA-D8BC-4548-B8EF-9D8488CD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const unit = item.unit_price ?? item.price;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groups[sId].subtotal += unit * item.quantity;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groups[sId].total =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  groups[sId].subtotal + groups[sId].deliveryFee;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8CEC4-8C95-4E00-B2FE-0568E14B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1893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EC8B5-F33C-48E2-84BB-9AE6577B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E238E-857F-453C-8532-3C55A9E3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ตรวจที่ฐานข้อมูลและ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0B477-CD24-40CC-8910-0BFC3A4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access กำหนด role และ shop_id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ลูกค้าอ่านออเดอร์ของตน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ร้านเข้าถึงงานของร้านที่ได้รับสิทธิ์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การซ่อนปุ่มไม่แทนการตรวจสิทธิ์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606C8-A81B-4318-8C3D-FEB8C67C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97919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47C71-4598-453B-8585-FD81D45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แชทและการแจ้งเตือน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D619-29DD-4E9F-A098-8211B83A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สื่อสารโดยอ้างอิงออเดอร์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C8766-8C7E-4601-AD21-363A38AB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ข้อความและรูปภาพผูกกับรายการสั่งซื้อ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เบอร์และรายละเอียดจุดส่งช่วยประสานงาน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Push และเสียงช่วยเตือนร้าน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การบันทึกงานกับการแจ้งเตือนต้องตรวจแยกกัน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31B31-D8D8-4F32-B616-51EC79A1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3243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CAC8F-1D99-4721-A066-52CF880F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การจบงานและค่าบริการ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D2A95-96B7-4C6C-9787-2A28B38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สถานะกับ ledger ต้องสอดคล้องกัน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B208E-BF29-4E1A-8C1D-12CBCA0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completeOrder ใช้ transaction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ตรวจสถานะซ้ำก่อนปรับเครดิตและยอดขาย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GP ทำงานตามการตั้งค่าที่เปิดใช้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รายงานยอดอ่านค่าหักจริงจากธุรกรรม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AFAFB-1F7D-40AF-988B-BA7532D0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8765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7C144-FA3B-411C-BA3A-4C67CC6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ขั้นตอนพัฒนาและเผยแพร่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8FF1-C05B-4A76-9324-98D465D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ลำดับสำหรับทำความเข้าใจระบบ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875AE-8F41-4434-8BD7-1638D2A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กำหนดปัญหาและขอบเขตผู้ใช้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ออกแบบข้อมูล แล้วพัฒนาทีละเส้นทาง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ทดสอบตรรกะ สิทธิ์ และงานครบเส้นทาง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Build เว็บ ตรวจ Hosting และทดสอบ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9B82B-E177-4F06-A04F-73E5E9DE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2468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7519D-8DA3-4E21-92E7-1935539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ผลทดสอบย่อย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D2A27-4C1F-451D-9E26-8E4C602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ผ่าน 20 จาก 20 กรณี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A7EA3-6A4A-47E6-949A-5837D357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Badge 5  •  LINE identity 3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Complete order 6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Geolocation 4  •  Sales summary 2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รันวันที่ 17 กันยายน 2569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283DF-25B2-4F26-92B7-78B4443C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57217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FAF64-79D0-4D40-8874-219B686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การปรับปรุงและงานตรวจรับ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DD33-A487-4EA1-8229-9C48A47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อัปเดตระหว่างจัดทำรายงาน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54206-7DC8-40B5-A7D5-1B8AF09C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เพิ่ม checkoutOrder และ idempotency แล้ว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Rules จำกัดการจบงานตรงจากร้าน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บันทึกโครงการระบุว่า deploy และแก้ IAM แล้ว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ยังต้องตรวจ acceptance บนมือถือจริง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B8B6D-FF7C-4E36-A8F5-E6BFD71F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437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04679-39EC-4ECC-843F-0BD7E90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แผนตรวจรับถัดไป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3C77-8686-49A4-BF8E-4D981837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ตรวจความถูกต้องครบเส้นทาง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6A8E-5634-43A7-B1C4-350DB98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ตรวจราคาตัวเลือกและยอดหน้าจอกับ server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ส่งคำขอซ้ำและพร้อมกันหลายครั้ง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ตรวจสถานะ เครดิต และ ledger ร่วมกัน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ทดลอง Android ก่อนเริ่มใช้กับกลุ่มเล็ก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C7744-F442-405C-93DD-E2B23501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05337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CBADE-108F-4927-94A2-7883780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สิ่งที่ได้เรียนรู้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6860-F3A2-4FA9-9D7B-9B40CAC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ระบบชุมชนต้องเชื่อมกับงานจริง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749C3-9E15-4EFB-B7E2-FA2ADC7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เข้าใจวิธีทำงานของผู้ซื้อและร้าน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ออกแบบข้อมูลและขอบเขตสิทธิ์ร่วมกัน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แยกสิ่งที่พัฒนาแล้วออกจากสิ่งที่ทดสอบแล้ว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ใช้หลักฐานกำหนดงานปรับปรุงถัดไป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20DB-F31A-4B42-A541-05663152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890335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7907A-8E71-4572-B0F8-5BCC6B3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แหล่งอ้างอิงและคำถาม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EB03-0170-4573-A3DB-C7F8358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เอกสารประกอบโครงงาน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ED02B-E9CE-4972-B64F-EC38136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ซอร์สโค้ดและบันทึกตรวจโครงการ huaychan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คู่มือ Next.js ที่ติดตั้งตรงรุ่น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Firebase • LINE Developers • Capacitor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เว็บไซต์ huaychan.web.app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EAD4A-1845-46F2-A8ED-8A50F05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461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2026-09-17T00:35:15.8500000Z</dcterms:created>
  <dcterms:modified xsi:type="dcterms:W3CDTF">2026-09-17T00:35:15.8500000Z</dcterms:modified>
</coreProperties>
</file>